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17" r:id="rId5"/>
    <p:sldId id="307" r:id="rId6"/>
    <p:sldId id="308" r:id="rId7"/>
    <p:sldId id="278" r:id="rId8"/>
    <p:sldId id="309" r:id="rId9"/>
    <p:sldId id="263" r:id="rId10"/>
    <p:sldId id="310" r:id="rId11"/>
    <p:sldId id="311" r:id="rId12"/>
    <p:sldId id="312" r:id="rId13"/>
    <p:sldId id="30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36A58"/>
    <a:srgbClr val="505A47"/>
    <a:srgbClr val="D1D8B7"/>
    <a:srgbClr val="A09D79"/>
    <a:srgbClr val="AD5C4D"/>
    <a:srgbClr val="543E35"/>
    <a:srgbClr val="637700"/>
    <a:srgbClr val="FFF4ED"/>
    <a:srgbClr val="5E6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5405" autoAdjust="0"/>
  </p:normalViewPr>
  <p:slideViewPr>
    <p:cSldViewPr snapToGrid="0">
      <p:cViewPr>
        <p:scale>
          <a:sx n="75" d="100"/>
          <a:sy n="75" d="100"/>
        </p:scale>
        <p:origin x="965" y="8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3/6/2026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20" y="1391920"/>
            <a:ext cx="6511036" cy="3342640"/>
          </a:xfrm>
        </p:spPr>
        <p:txBody>
          <a:bodyPr anchor="ctr"/>
          <a:lstStyle/>
          <a:p>
            <a:r>
              <a:rPr lang="en-US" sz="4000" b="1" dirty="0"/>
              <a:t>CRUDE OIL PRICE PREDICTION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79207F-361F-D793-B947-B3B243A8EB99}"/>
              </a:ext>
            </a:extLst>
          </p:cNvPr>
          <p:cNvSpPr txBox="1"/>
          <p:nvPr/>
        </p:nvSpPr>
        <p:spPr>
          <a:xfrm>
            <a:off x="8818880" y="5567680"/>
            <a:ext cx="24180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</a:rPr>
              <a:t>                     BY </a:t>
            </a:r>
          </a:p>
          <a:p>
            <a:r>
              <a:rPr lang="en-US" sz="1400" b="1" dirty="0">
                <a:solidFill>
                  <a:srgbClr val="000000"/>
                </a:solidFill>
              </a:rPr>
              <a:t>DURGA MANGA MUDUNURI</a:t>
            </a:r>
          </a:p>
          <a:p>
            <a:r>
              <a:rPr lang="en-US" sz="1400" b="1" dirty="0">
                <a:solidFill>
                  <a:srgbClr val="000000"/>
                </a:solidFill>
              </a:rPr>
              <a:t>            2485351077 </a:t>
            </a:r>
            <a:endParaRPr lang="en-IN" sz="1400" b="1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F659C3-D796-39D5-784C-A761B3E285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79440" y="127564"/>
            <a:ext cx="1808481" cy="9315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0994CD-B956-A08A-DFF3-F1BB9F43441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06622" y="235095"/>
            <a:ext cx="1060676" cy="83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b="1" dirty="0"/>
              <a:t>ABSTRACT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797926-A33E-5526-BE58-429790000D4D}"/>
              </a:ext>
            </a:extLst>
          </p:cNvPr>
          <p:cNvSpPr txBox="1"/>
          <p:nvPr/>
        </p:nvSpPr>
        <p:spPr>
          <a:xfrm>
            <a:off x="6752493" y="713433"/>
            <a:ext cx="453310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techniques like Artificial Neural Networks (ANN) and Support Vector Machines (SVM) are used to improve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helps analyze geological data to identify oil and gas resources more accurately.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models are used to predict oil and gas prices based on historical and market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helps predict the behavior of oil and gas flow during extraction.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and data mining techniques help increase productivity and reduce operational costs in exploration and production.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00FB609-187B-1568-2EE1-E2763B761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563" y="-1728316"/>
            <a:ext cx="5583338" cy="4692580"/>
          </a:xfrm>
        </p:spPr>
        <p:txBody>
          <a:bodyPr/>
          <a:lstStyle/>
          <a:p>
            <a:r>
              <a:rPr lang="en-US" sz="3200" b="1" dirty="0"/>
              <a:t>Existing System</a:t>
            </a:r>
            <a:endParaRPr lang="en-IN" sz="3200" b="1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32FF3664-0DC0-9CEE-B5A9-905A2B2D8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63" y="995290"/>
            <a:ext cx="632041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List (Input Data)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includes historical price data used for prediction.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List (Output Data)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represents the predicted crude          oil prices.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Linear Regression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used as the machine learning algorithm for prediction.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 Visualization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generated to display predicted        crude oil prices over time. </a:t>
            </a: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353" y="1125415"/>
            <a:ext cx="3731847" cy="530666"/>
          </a:xfrm>
        </p:spPr>
        <p:txBody>
          <a:bodyPr anchor="b"/>
          <a:lstStyle/>
          <a:p>
            <a:r>
              <a:rPr lang="en-US" sz="3600" b="1" dirty="0"/>
              <a:t>Disadvantages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522D6C27-00C2-68F8-4A33-D3E110C5E91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16560" y="1989139"/>
            <a:ext cx="1177544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Prediction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compared to the SVR (Support Vector Regression) algorithm.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using feature list and target list for price prediction.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Handling of Non-Linear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relationships.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 Flexibility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capture complex patterns in crude oil price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Adding Polynomials or Interaction Terms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difficult and time-consuming</a:t>
            </a: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0" y="589280"/>
            <a:ext cx="7869936" cy="721360"/>
          </a:xfrm>
        </p:spPr>
        <p:txBody>
          <a:bodyPr/>
          <a:lstStyle/>
          <a:p>
            <a:r>
              <a:rPr lang="en-US" b="1" dirty="0"/>
              <a:t>Proposed System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924D14-1359-48C6-DEC0-83086BCB5882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496276" y="1627988"/>
            <a:ext cx="1071020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Vector Regression (SVR)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algorithm is implemented using Python for crude oil price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List and Target 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created from the dataset (Days as features, Prices as targets).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Kernel Functions (Linear or Gaussian)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automatically selected based on the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Price Prediction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performed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day, 30 days, and 365 days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the last dataset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 Visualization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generated to display the predicted results.</a:t>
            </a: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2080" y="914400"/>
            <a:ext cx="11406632" cy="101600"/>
          </a:xfrm>
        </p:spPr>
        <p:txBody>
          <a:bodyPr anchor="b"/>
          <a:lstStyle/>
          <a:p>
            <a:r>
              <a:rPr lang="en-US" sz="4400" b="1" dirty="0"/>
              <a:t>Advantages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FE9425-B7F1-1931-EFFE-5F7ECFA17B0E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3068320" y="1256845"/>
            <a:ext cx="792592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Higher Prediction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compared to other algorithms.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Non-Linear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effectively using kernel functions.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Prevents Overfitting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the regularization parameter.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Efficient Optimization Methods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SMO) improve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cap="none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Widely Used in Many Fields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medical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diagnosis,OCR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en-US" altLang="en-US" sz="1800" cap="none" dirty="0">
                <a:latin typeface="Arial" panose="020B0604020202020204" pitchFamily="34" charset="0"/>
              </a:rPr>
              <a:t>forecasting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60" y="325120"/>
            <a:ext cx="8514080" cy="1270000"/>
          </a:xfrm>
        </p:spPr>
        <p:txBody>
          <a:bodyPr/>
          <a:lstStyle/>
          <a:p>
            <a:r>
              <a:rPr lang="en-US" b="1" dirty="0"/>
              <a:t>Hardware Requirements</a:t>
            </a:r>
            <a:br>
              <a:rPr lang="en-IN" dirty="0"/>
            </a:b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24560" y="1808480"/>
            <a:ext cx="4693920" cy="2021841"/>
          </a:xfrm>
        </p:spPr>
        <p:txBody>
          <a:bodyPr/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	RAM:  4GB and Higher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	Processor: Intel i3 and above 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	Hard Disk: 500GB: Minimum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Requirements</a:t>
            </a:r>
            <a:br>
              <a:rPr lang="en-IN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0955E-49E5-9406-33AB-61485EA9BAAA}"/>
              </a:ext>
            </a:extLst>
          </p:cNvPr>
          <p:cNvSpPr txBox="1"/>
          <p:nvPr/>
        </p:nvSpPr>
        <p:spPr>
          <a:xfrm>
            <a:off x="1209040" y="1625600"/>
            <a:ext cx="7934960" cy="2274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•	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OS: Windows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	Python IDE: python 2.7.x and above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	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Pycharm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IDE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	Setup tools and pip to be installed for 3.6.x and above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264160"/>
            <a:ext cx="8012176" cy="558800"/>
          </a:xfrm>
        </p:spPr>
        <p:txBody>
          <a:bodyPr/>
          <a:lstStyle/>
          <a:p>
            <a:r>
              <a:rPr lang="en-US" b="1" dirty="0"/>
              <a:t>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C2A714-E360-0FA4-0173-B33F15DD76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332" y="1029482"/>
            <a:ext cx="8573232" cy="55643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8320" y="1524000"/>
            <a:ext cx="4815840" cy="2875280"/>
          </a:xfrm>
        </p:spPr>
        <p:txBody>
          <a:bodyPr/>
          <a:lstStyle/>
          <a:p>
            <a:r>
              <a:rPr lang="en-US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Organic presentation</Template>
  <TotalTime>49</TotalTime>
  <Words>423</Words>
  <Application>Microsoft Office PowerPoint</Application>
  <PresentationFormat>Widescreen</PresentationFormat>
  <Paragraphs>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Courier New</vt:lpstr>
      <vt:lpstr>Gill Sans Nova Light</vt:lpstr>
      <vt:lpstr>Sagona Book</vt:lpstr>
      <vt:lpstr>Times New Roman</vt:lpstr>
      <vt:lpstr>Custom</vt:lpstr>
      <vt:lpstr>CRUDE OIL PRICE PREDICTION</vt:lpstr>
      <vt:lpstr>ABSTRACT</vt:lpstr>
      <vt:lpstr>Existing System</vt:lpstr>
      <vt:lpstr>Disadvantages</vt:lpstr>
      <vt:lpstr>Proposed System</vt:lpstr>
      <vt:lpstr>Advantages</vt:lpstr>
      <vt:lpstr>Hardware Requirements </vt:lpstr>
      <vt:lpstr>Software Requirements </vt:lpstr>
      <vt:lpstr>Architecture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Sai Srinivas Mudunuri</dc:creator>
  <cp:lastModifiedBy>Naga Sai Srinivas Mudunuri</cp:lastModifiedBy>
  <cp:revision>1</cp:revision>
  <dcterms:created xsi:type="dcterms:W3CDTF">2026-03-06T12:12:43Z</dcterms:created>
  <dcterms:modified xsi:type="dcterms:W3CDTF">2026-03-06T13:02:04Z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